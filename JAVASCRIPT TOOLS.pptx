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71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95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271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66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14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2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69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26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04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9E7E78F-2FA5-45FE-9F5C-17DBF729E8D8}" type="datetimeFigureOut">
              <a:rPr lang="en-AU" smtClean="0"/>
              <a:t>22/05/2016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0A9931-BC88-4995-8E3C-84460B0E6E3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12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uybedford.com/practical-workflows-for-es6-modules" TargetMode="External"/><Relationship Id="rId2" Type="http://schemas.openxmlformats.org/officeDocument/2006/relationships/hyperlink" Target="https://whatwg.github.io/load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uybedford.com/jspm-introduction" TargetMode="External"/><Relationship Id="rId4" Type="http://schemas.openxmlformats.org/officeDocument/2006/relationships/hyperlink" Target="https://www.youtube.com/watch?t=3&amp;v=szJjsduHBQ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JAVASCRIPT TOOLS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16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Holy grail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ES6 module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No more bundling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HTTP2/SPDY (protocol level bundling)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ES6 module loader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export ‘module’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install </a:t>
            </a:r>
            <a:r>
              <a:rPr lang="en-AU" dirty="0"/>
              <a:t>‘module</a:t>
            </a:r>
            <a:r>
              <a:rPr lang="en-AU" dirty="0" smtClean="0"/>
              <a:t>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import ‘module’ 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206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8363753" cy="52469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700011"/>
            <a:ext cx="9601196" cy="4971245"/>
          </a:xfrm>
        </p:spPr>
        <p:txBody>
          <a:bodyPr>
            <a:noAutofit/>
          </a:bodyPr>
          <a:lstStyle/>
          <a:p>
            <a:r>
              <a:rPr lang="en-AU" sz="1600" dirty="0" smtClean="0"/>
              <a:t>First</a:t>
            </a:r>
            <a:r>
              <a:rPr lang="en-AU" sz="1600" dirty="0"/>
              <a:t>, there’s a variety of module formats out there in use:</a:t>
            </a:r>
          </a:p>
          <a:p>
            <a:r>
              <a:rPr lang="en-AU" sz="1600" dirty="0" err="1" smtClean="0">
                <a:solidFill>
                  <a:schemeClr val="tx2"/>
                </a:solidFill>
              </a:rPr>
              <a:t>CommonJS</a:t>
            </a:r>
            <a:r>
              <a:rPr lang="en-AU" sz="1600" dirty="0" smtClean="0">
                <a:solidFill>
                  <a:schemeClr val="tx2"/>
                </a:solidFill>
              </a:rPr>
              <a:t>, AMD, UMD, ES6 Modules</a:t>
            </a:r>
            <a:endParaRPr lang="en-AU" sz="1600" dirty="0">
              <a:solidFill>
                <a:schemeClr val="tx2"/>
              </a:solidFill>
            </a:endParaRPr>
          </a:p>
          <a:p>
            <a:endParaRPr lang="en-AU" sz="1600" dirty="0" smtClean="0"/>
          </a:p>
          <a:p>
            <a:r>
              <a:rPr lang="en-AU" sz="1600" dirty="0" smtClean="0"/>
              <a:t>Tools </a:t>
            </a:r>
            <a:r>
              <a:rPr lang="en-AU" sz="1600" dirty="0"/>
              <a:t>for bundling assets come in a variety of shapes and sizes:</a:t>
            </a:r>
          </a:p>
          <a:p>
            <a:r>
              <a:rPr lang="en-AU" sz="1600" dirty="0" err="1" smtClean="0">
                <a:solidFill>
                  <a:schemeClr val="tx2"/>
                </a:solidFill>
              </a:rPr>
              <a:t>Browserify</a:t>
            </a:r>
            <a:r>
              <a:rPr lang="en-AU" sz="1600" dirty="0" smtClean="0">
                <a:solidFill>
                  <a:schemeClr val="tx2"/>
                </a:solidFill>
              </a:rPr>
              <a:t>, </a:t>
            </a:r>
            <a:r>
              <a:rPr lang="en-AU" sz="1600" dirty="0" err="1" smtClean="0">
                <a:solidFill>
                  <a:schemeClr val="tx2"/>
                </a:solidFill>
              </a:rPr>
              <a:t>jspm</a:t>
            </a:r>
            <a:r>
              <a:rPr lang="en-AU" sz="1600" dirty="0" smtClean="0">
                <a:solidFill>
                  <a:schemeClr val="tx2"/>
                </a:solidFill>
              </a:rPr>
              <a:t>, </a:t>
            </a:r>
            <a:r>
              <a:rPr lang="en-AU" sz="1600" dirty="0" err="1" smtClean="0">
                <a:solidFill>
                  <a:schemeClr val="tx2"/>
                </a:solidFill>
              </a:rPr>
              <a:t>Webpack</a:t>
            </a:r>
            <a:r>
              <a:rPr lang="en-AU" sz="1600" dirty="0" smtClean="0">
                <a:solidFill>
                  <a:schemeClr val="tx2"/>
                </a:solidFill>
              </a:rPr>
              <a:t>, Rollup, Brunch</a:t>
            </a:r>
            <a:r>
              <a:rPr lang="en-AU" sz="1600" dirty="0">
                <a:solidFill>
                  <a:schemeClr val="tx2"/>
                </a:solidFill>
              </a:rPr>
              <a:t> / </a:t>
            </a:r>
            <a:r>
              <a:rPr lang="en-AU" sz="1600" dirty="0" err="1" smtClean="0">
                <a:solidFill>
                  <a:schemeClr val="tx2"/>
                </a:solidFill>
              </a:rPr>
              <a:t>Brocolli</a:t>
            </a:r>
            <a:endParaRPr lang="en-AU" sz="1600" dirty="0" smtClean="0">
              <a:solidFill>
                <a:schemeClr val="tx2"/>
              </a:solidFill>
            </a:endParaRPr>
          </a:p>
          <a:p>
            <a:r>
              <a:rPr lang="en-AU" sz="1600" dirty="0" smtClean="0"/>
              <a:t>Build </a:t>
            </a:r>
            <a:r>
              <a:rPr lang="en-AU" sz="1600" dirty="0"/>
              <a:t>your own with</a:t>
            </a:r>
            <a:r>
              <a:rPr lang="en-AU" sz="1600" dirty="0">
                <a:solidFill>
                  <a:schemeClr val="tx2"/>
                </a:solidFill>
              </a:rPr>
              <a:t> Gulp / </a:t>
            </a:r>
            <a:r>
              <a:rPr lang="en-AU" sz="1600" dirty="0" smtClean="0">
                <a:solidFill>
                  <a:schemeClr val="tx2"/>
                </a:solidFill>
              </a:rPr>
              <a:t>Grunt</a:t>
            </a:r>
            <a:endParaRPr lang="en-AU" sz="1600" dirty="0">
              <a:solidFill>
                <a:schemeClr val="tx2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Then there’s </a:t>
            </a:r>
            <a:r>
              <a:rPr lang="en-AU" sz="1600" dirty="0" err="1"/>
              <a:t>transpilers</a:t>
            </a:r>
            <a:r>
              <a:rPr lang="en-AU" sz="1600" dirty="0"/>
              <a:t> that you may want to use:</a:t>
            </a:r>
          </a:p>
          <a:p>
            <a:r>
              <a:rPr lang="en-AU" sz="1600" dirty="0">
                <a:solidFill>
                  <a:schemeClr val="tx2"/>
                </a:solidFill>
              </a:rPr>
              <a:t>Babel for </a:t>
            </a:r>
            <a:r>
              <a:rPr lang="en-AU" sz="1600" dirty="0" smtClean="0">
                <a:solidFill>
                  <a:schemeClr val="tx2"/>
                </a:solidFill>
              </a:rPr>
              <a:t>ES6, </a:t>
            </a:r>
            <a:r>
              <a:rPr lang="en-AU" sz="1600" dirty="0" err="1" smtClean="0">
                <a:solidFill>
                  <a:schemeClr val="tx2"/>
                </a:solidFill>
              </a:rPr>
              <a:t>CoffeeScript</a:t>
            </a:r>
            <a:r>
              <a:rPr lang="en-AU" sz="1600" dirty="0" smtClean="0">
                <a:solidFill>
                  <a:schemeClr val="tx2"/>
                </a:solidFill>
              </a:rPr>
              <a:t>, Typescript</a:t>
            </a:r>
            <a:endParaRPr lang="en-AU" sz="1600" dirty="0">
              <a:solidFill>
                <a:schemeClr val="tx2"/>
              </a:solidFill>
            </a:endParaRPr>
          </a:p>
          <a:p>
            <a:endParaRPr lang="en-AU" sz="1600" dirty="0" smtClean="0"/>
          </a:p>
          <a:p>
            <a:r>
              <a:rPr lang="en-AU" sz="1600" dirty="0" smtClean="0"/>
              <a:t>In </a:t>
            </a:r>
            <a:r>
              <a:rPr lang="en-AU" sz="1600" dirty="0"/>
              <a:t>addition, there are various libraries that allow dynamic loading of modules:</a:t>
            </a:r>
          </a:p>
          <a:p>
            <a:r>
              <a:rPr lang="en-AU" sz="1600" dirty="0" smtClean="0">
                <a:solidFill>
                  <a:schemeClr val="tx2"/>
                </a:solidFill>
              </a:rPr>
              <a:t>Require.js,  System.js</a:t>
            </a:r>
            <a:endParaRPr lang="en-AU" sz="1600" dirty="0">
              <a:solidFill>
                <a:schemeClr val="tx2"/>
              </a:solidFill>
            </a:endParaRP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74181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relatably.com/m/img/confused-memes/c20d95a9be009c21466a96fa850e79606985b1e83c90ca3981fd7f77c6b7885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34" y="714440"/>
            <a:ext cx="6339076" cy="511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337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links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>
                <a:hlinkClick r:id="rId2"/>
              </a:rPr>
              <a:t>https://whatwg.github.io/loader</a:t>
            </a:r>
            <a:r>
              <a:rPr lang="en-AU" dirty="0" smtClean="0">
                <a:hlinkClick r:id="rId2"/>
              </a:rPr>
              <a:t>/</a:t>
            </a:r>
            <a:endParaRPr lang="en-AU" dirty="0"/>
          </a:p>
          <a:p>
            <a:r>
              <a:rPr lang="en-AU" dirty="0">
                <a:hlinkClick r:id="rId3"/>
              </a:rPr>
              <a:t>http://</a:t>
            </a:r>
            <a:r>
              <a:rPr lang="en-AU" dirty="0" smtClean="0">
                <a:hlinkClick r:id="rId3"/>
              </a:rPr>
              <a:t>guybedford.com/practical-workflows-for-es6-modules</a:t>
            </a:r>
            <a:endParaRPr lang="en-AU" dirty="0"/>
          </a:p>
          <a:p>
            <a:r>
              <a:rPr lang="en-AU" dirty="0">
                <a:hlinkClick r:id="rId4"/>
              </a:rPr>
              <a:t>https://</a:t>
            </a:r>
            <a:r>
              <a:rPr lang="en-AU" dirty="0" smtClean="0">
                <a:hlinkClick r:id="rId4"/>
              </a:rPr>
              <a:t>www.youtube.com/watch?t=3&amp;v=szJjsduHBQQ</a:t>
            </a:r>
            <a:endParaRPr lang="en-AU" dirty="0"/>
          </a:p>
          <a:p>
            <a:r>
              <a:rPr lang="en-AU" dirty="0" smtClean="0">
                <a:hlinkClick r:id="rId5"/>
              </a:rPr>
              <a:t>http</a:t>
            </a:r>
            <a:r>
              <a:rPr lang="en-AU" dirty="0">
                <a:hlinkClick r:id="rId5"/>
              </a:rPr>
              <a:t>://</a:t>
            </a:r>
            <a:r>
              <a:rPr lang="en-AU" dirty="0" smtClean="0">
                <a:hlinkClick r:id="rId5"/>
              </a:rPr>
              <a:t>guybedford.com/jspm-introduction</a:t>
            </a:r>
            <a:endParaRPr lang="en-AU" dirty="0" smtClean="0"/>
          </a:p>
          <a:p>
            <a:endParaRPr lang="en-AU" dirty="0"/>
          </a:p>
          <a:p>
            <a:r>
              <a:rPr lang="en-AU" dirty="0" err="1" smtClean="0"/>
              <a:t>Guybedford</a:t>
            </a:r>
            <a:r>
              <a:rPr lang="en-AU" smtClean="0"/>
              <a:t> is the man !</a:t>
            </a:r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6368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</TotalTime>
  <Words>101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Tw Cen MT</vt:lpstr>
      <vt:lpstr>Tw Cen MT Condensed</vt:lpstr>
      <vt:lpstr>Wingdings 3</vt:lpstr>
      <vt:lpstr>Integral</vt:lpstr>
      <vt:lpstr>JAVASCRIPT TOOLS</vt:lpstr>
      <vt:lpstr>Holy grail</vt:lpstr>
      <vt:lpstr>Options</vt:lpstr>
      <vt:lpstr>PowerPoint Presentation</vt:lpstr>
      <vt:lpstr>links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TOOLS</dc:title>
  <dc:creator>Santosh Bala</dc:creator>
  <cp:lastModifiedBy>Santosh Bala</cp:lastModifiedBy>
  <cp:revision>7</cp:revision>
  <dcterms:created xsi:type="dcterms:W3CDTF">2016-05-22T07:18:57Z</dcterms:created>
  <dcterms:modified xsi:type="dcterms:W3CDTF">2016-05-22T07:41:35Z</dcterms:modified>
</cp:coreProperties>
</file>